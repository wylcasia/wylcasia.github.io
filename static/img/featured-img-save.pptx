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4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C4C8-0244-4361-B549-0261F14F9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F414D-4946-4EEC-BD13-0D8847F60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68F58-A5EF-49B5-A285-FF0C7A37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59016-4D48-446A-A431-0F891C93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0F828-C783-4F80-B33D-C70DC805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7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6879-B1D6-48CC-9E0A-C31F89FB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ADFE9-C5C6-446C-A371-459E82AC4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E64D5-CBE2-4D3E-A6DF-3C08DD46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2400E-C1CC-4F9F-91D5-98633772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F1B2A-C324-45BF-980F-E4846B4C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71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E808-CAF9-4708-B351-A1858233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514C0-6BFE-4776-A678-08909CCB3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12E2B-DB6A-4D2E-8670-50C3BB1C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F06AA-266F-4965-9E39-B5CFCD9E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4EC17-379B-4E63-9EED-D6013DAF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67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1C55D-4742-4660-BCCC-D818CFF9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6D5F3-5590-41F4-91B4-905B317CF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0F4A1-A6A7-4D99-A9DA-FA714D0B4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8B31F-002D-49F7-8362-4B800347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1FAD8-860C-4BFD-83AB-9EBDFE44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10E0A-F84A-4E17-BB84-465C3B59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445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BD53-D8FE-4BED-8F07-882D1FA7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8111E-6FB7-4DD3-8061-3AADF1E1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6D3E7-A88C-4A95-9ED9-AAF3E4B61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F08454-2C97-4A37-91BF-BDD4DD5A9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E01A9-D8C7-40A0-A3EE-D130866CF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382AD2-85F4-4332-8EE9-0245402A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46248-AE26-4963-91A5-8DBFF046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46486-481D-4424-9DC7-771CA68C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230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A166-BCF9-4FFA-9499-6CC7CB8F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3F0DD-EFF3-4A29-9627-322EA2B1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72A92-05AE-4497-A898-7EAACBD0D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C270A-04F7-48A5-BC38-8553CD02A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491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BD616-66B9-4527-9936-965FF8C8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46CF2-4F67-4119-BD6A-E222D430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28ACA-7FD1-44A3-9602-11A534BF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65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DDC0-9EA0-4809-8FC2-2F9A442D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8994-7B5F-4B36-B569-7E73719E0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91566-165E-4625-8A9E-E8AF4E8EE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C0F81-AC15-4466-930D-CD4F4CAF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DF23C-6D08-49CD-AC62-CD30B794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9D6C7-8FF4-4F49-8ADE-A583ABEB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91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70DD-6F0E-4451-BAA5-EBF3692F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21229-F32E-43CD-B53D-C3CD4BEE7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12C82-84FE-4143-AC84-01E695080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ABF91-9D1C-423D-84BC-A373F8DA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3F331-9922-43ED-8D1B-25176F40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C891-D155-4B5E-AC5D-6B87BCE0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11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BDE2-1E00-473B-8680-04809D8D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98410-6EB3-451D-A150-176C85DC8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BD0AB-585E-4384-9A38-70D1A702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44156-0E0C-4B7E-8060-AD793553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7CB23-C476-4006-9FB6-87667023F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08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D94D-84D0-4A9B-8432-06910A907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89DE6-5A6E-41EC-9FE9-F70A260C1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9818-65AE-449F-80F3-981AAB9B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9F0D0-3B4A-41E9-B558-616C5F7F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0EFEE-B7CF-4FE6-8AEA-5127B741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6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347E8-A07B-43FE-A638-AC4443EE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B91E8-D7B9-420C-9693-8F8B28706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353B-E71B-476A-80BF-922C350D3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7CD83-F571-438C-B619-4CF8285478B0}" type="datetimeFigureOut">
              <a:rPr lang="zh-CN" altLang="en-US" smtClean="0"/>
              <a:t>2020/2/17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4F475-E1AA-4037-8137-AEC71C35F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AFD1-6171-4ED1-8943-2F5F86297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0CE15-6C3A-4DAC-9DEF-4B0C49976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596B954-21BF-4D6E-9DD8-5D799C78F058}"/>
              </a:ext>
            </a:extLst>
          </p:cNvPr>
          <p:cNvGrpSpPr/>
          <p:nvPr/>
        </p:nvGrpSpPr>
        <p:grpSpPr>
          <a:xfrm>
            <a:off x="753403" y="732581"/>
            <a:ext cx="11196935" cy="3314274"/>
            <a:chOff x="1953553" y="1085006"/>
            <a:chExt cx="11196935" cy="331427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1BE9CDF-AEC9-436E-9562-0B495AC6E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3553" y="1085006"/>
              <a:ext cx="3319488" cy="321267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CEF5FB-DD36-4C48-859E-8C287A167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7839" y="1085006"/>
              <a:ext cx="7572649" cy="3314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923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56AA4E-39EA-4191-9662-8376E31B68B4}"/>
              </a:ext>
            </a:extLst>
          </p:cNvPr>
          <p:cNvGrpSpPr/>
          <p:nvPr/>
        </p:nvGrpSpPr>
        <p:grpSpPr>
          <a:xfrm>
            <a:off x="166687" y="1314450"/>
            <a:ext cx="13774103" cy="3467100"/>
            <a:chOff x="166687" y="1314450"/>
            <a:chExt cx="13774103" cy="34671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BB1C12B-A4EC-4276-88C1-82D0FE292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9750" y="1314450"/>
              <a:ext cx="8321040" cy="34671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7A2941A-3239-4676-8AA1-7073793CA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687" y="1314450"/>
              <a:ext cx="5248275" cy="3467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0996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 Yunlong</dc:creator>
  <cp:lastModifiedBy>Wang Yunlong</cp:lastModifiedBy>
  <cp:revision>3</cp:revision>
  <dcterms:created xsi:type="dcterms:W3CDTF">2020-02-17T08:24:25Z</dcterms:created>
  <dcterms:modified xsi:type="dcterms:W3CDTF">2020-02-17T08:41:32Z</dcterms:modified>
</cp:coreProperties>
</file>